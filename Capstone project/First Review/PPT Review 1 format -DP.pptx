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9"/>
  </p:notesMasterIdLst>
  <p:sldIdLst>
    <p:sldId id="319" r:id="rId2"/>
    <p:sldId id="444" r:id="rId3"/>
    <p:sldId id="443" r:id="rId4"/>
    <p:sldId id="316" r:id="rId5"/>
    <p:sldId id="417" r:id="rId6"/>
    <p:sldId id="420" r:id="rId7"/>
    <p:sldId id="422" r:id="rId8"/>
    <p:sldId id="445" r:id="rId9"/>
    <p:sldId id="421" r:id="rId10"/>
    <p:sldId id="419" r:id="rId11"/>
    <p:sldId id="447" r:id="rId12"/>
    <p:sldId id="449" r:id="rId13"/>
    <p:sldId id="448" r:id="rId14"/>
    <p:sldId id="450" r:id="rId15"/>
    <p:sldId id="427" r:id="rId16"/>
    <p:sldId id="428" r:id="rId17"/>
    <p:sldId id="45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4291" autoAdjust="0"/>
  </p:normalViewPr>
  <p:slideViewPr>
    <p:cSldViewPr>
      <p:cViewPr varScale="1">
        <p:scale>
          <a:sx n="82" d="100"/>
          <a:sy n="82" d="100"/>
        </p:scale>
        <p:origin x="142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361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609600" y="2459037"/>
            <a:ext cx="7315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Team no.3 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MLA0405 – Deep Learning 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Guided By					Students Name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Dr.A.M.Arul Raj 			       N.Akshaya-192425129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Professor						Yoga 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Madha.A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-192425058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SIMATS Engineering    	        											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CED131-648E-DD4F-D3E1-AD0502A3AC62}"/>
              </a:ext>
            </a:extLst>
          </p:cNvPr>
          <p:cNvSpPr txBox="1"/>
          <p:nvPr/>
        </p:nvSpPr>
        <p:spPr>
          <a:xfrm>
            <a:off x="609600" y="13716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Convolutional Neural Network -Based Approach For Signature Forgery Detection In Documents</a:t>
            </a: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60" y="1174416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468"/>
            <a:ext cx="7848600" cy="475800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Deep Convolutional Neural Network (DCNN)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detect forged and genuine signatures automatically.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Preprocesses signature images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resizing, grayscale conversion, and normalization to improve model performance.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important signature features automatically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without requiring manual feature engineering.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signatures accurately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as genuine or forged using deep learning techniques.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model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 performance metrics such as Accuracy, Precision, Recall, F1-Score, and Confusion Matrix.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4" y="1150497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DEF0-AD0C-9BFB-6E5D-7D68B25A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327" y="1724215"/>
            <a:ext cx="7730347" cy="513378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Convolutional Neural Network (DCNN)-based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accurately detecting forged signatures in documents by automatically learning signature features and classifying signatures as genuine or forged.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preprocess genuine and forged signature images for model training and testing.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Convolutional Neural Network (DCNN) for accurate classification of signatures as genuine or forged.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the proposed model using metrics such as Accuracy, Precision, Recall, and F1-Score.</a:t>
            </a:r>
          </a:p>
          <a:p>
            <a:pPr marL="82296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442" y="1167665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738" y="1828800"/>
            <a:ext cx="7660757" cy="48926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 verification is an important process used to authenticate documents and prevent fraud in banking, legal, and business applications.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signature verification is time-consuming, subjective, and prone to human errors, making automated solutions essential.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techniques, especially Deep Convolutional Neural Networks (DCNNs), can automatically learn complex features from signature images.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DCNN-based approach improves the accuracy and reliability of distinguishing genuine signatures from forged ones.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preprocesses signature images and classifies them as genuine or forged using a trained deep learning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56" y="1183272"/>
            <a:ext cx="8507730" cy="440406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Review &amp; Requirement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DB5021AF-5820-45F8-8E9E-0CED02536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784E39F-03A8-CFBC-74E4-3EDE409D1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899510"/>
              </p:ext>
            </p:extLst>
          </p:nvPr>
        </p:nvGraphicFramePr>
        <p:xfrm>
          <a:off x="529047" y="1636119"/>
          <a:ext cx="8462553" cy="4914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153">
                  <a:extLst>
                    <a:ext uri="{9D8B030D-6E8A-4147-A177-3AD203B41FA5}">
                      <a16:colId xmlns:a16="http://schemas.microsoft.com/office/drawing/2014/main" val="24271026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9609571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695952792"/>
                    </a:ext>
                  </a:extLst>
                </a:gridCol>
                <a:gridCol w="1835331">
                  <a:extLst>
                    <a:ext uri="{9D8B030D-6E8A-4147-A177-3AD203B41FA5}">
                      <a16:colId xmlns:a16="http://schemas.microsoft.com/office/drawing/2014/main" val="3749622596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133477549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719063072"/>
                    </a:ext>
                  </a:extLst>
                </a:gridCol>
                <a:gridCol w="1359627">
                  <a:extLst>
                    <a:ext uri="{9D8B030D-6E8A-4147-A177-3AD203B41FA5}">
                      <a16:colId xmlns:a16="http://schemas.microsoft.com/office/drawing/2014/main" val="366407046"/>
                    </a:ext>
                  </a:extLst>
                </a:gridCol>
              </a:tblGrid>
              <a:tr h="353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Journal / 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9403928"/>
                  </a:ext>
                </a:extLst>
              </a:tr>
              <a:tr h="76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 – Deep Learning-Based Offline Signature Verification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 image preprocessing and deep feature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 forgery detection accuracy with reduced false positives.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4471837"/>
                  </a:ext>
                </a:extLst>
              </a:tr>
              <a:tr h="908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Systems with Applications – Signature Forgery Detection Using Deep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 signature classification using image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+ Transfer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classification performance for genuine and forged signatures.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2348584"/>
                  </a:ext>
                </a:extLst>
              </a:tr>
              <a:tr h="908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 Recognition Letters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feature extraction from signature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verification accuracy and robustness against skilled forgeries.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4709164"/>
                  </a:ext>
                </a:extLst>
              </a:tr>
              <a:tr h="908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Information Forensics and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 verification using deep neural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Produced reliable authentication with lower error rates than traditional methods.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2294834"/>
                  </a:ext>
                </a:extLst>
              </a:tr>
              <a:tr h="76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 &amp;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preprocessing and signature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forgery detection accuracy but required a large training dataset.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6086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49" y="1371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8235" y="2353452"/>
            <a:ext cx="7086600" cy="359014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signature verification is time-consuming, inconsistent, and prone to human errors, making it difficult to accurately detect forged signatures in important documents.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signature verification methods rely on handcrafted features and often fail to identify skilled forgeries, highlighting the need for an accurate and automated Deep Convolutional Neural Network (DCNN)-based detection system.</a:t>
            </a:r>
          </a:p>
          <a:p>
            <a:pPr marL="365760" indent="-283464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860" y="1233487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Existing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066800" y="2133599"/>
            <a:ext cx="7086600" cy="42227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Signature authentication is mainly performed by human experts, making the process slow and prone to errors.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feature extraction: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Existing methods rely on handcrafted features, which are often ineffective in detecting skilled forgeries.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accuracy: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Conventional machine learning techniques may fail to capture complex signature patterns, resulting in lower detection accuracy.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Existing systems require significant manual effort and are not suitable for processing large volumes of documents efficiently.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841B0539-C8EA-378C-F83B-4C3CCA563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4D6F-8CC9-CD64-E40C-22419340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1063724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C42CB-C169-FC3B-1F95-5553E3B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CDBED8-4DF6-5641-5D4F-44F15CAA75A3}"/>
              </a:ext>
            </a:extLst>
          </p:cNvPr>
          <p:cNvSpPr txBox="1">
            <a:spLocks/>
          </p:cNvSpPr>
          <p:nvPr/>
        </p:nvSpPr>
        <p:spPr>
          <a:xfrm>
            <a:off x="651977" y="1656218"/>
            <a:ext cx="7774940" cy="4899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Convolutional Neural Network (DCNN)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automatically learn and extract important signature features from document images.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applies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techniques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such as noise removal, resizing, and normalization to improve signature analysis.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signature patterns are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DCNN model to differentiate between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genuine and forged signatures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accurate approach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automatic signature verification and forgery detection.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human effort and improves the reliability of document authentication processes.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EAA2EC3-51B5-BC62-F4F7-A939B69E3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041303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Overall System Architecture Design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C5E1F9D-B9A3-D9EB-905C-0AEABF9C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0929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A490FB-1718-2ECD-A1A2-17AE85C80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8800"/>
            <a:ext cx="8229600" cy="464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60936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Design &amp; Module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5E29-3909-BB2C-BA0E-835AACDF4EE6}"/>
              </a:ext>
            </a:extLst>
          </p:cNvPr>
          <p:cNvSpPr txBox="1">
            <a:spLocks/>
          </p:cNvSpPr>
          <p:nvPr/>
        </p:nvSpPr>
        <p:spPr>
          <a:xfrm>
            <a:off x="1600200" y="2856924"/>
            <a:ext cx="7086600" cy="1447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 Image Processing &amp; CNN-Based Detection</a:t>
            </a:r>
          </a:p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2:Forensic Analysis &amp; Verification Dashboard</a:t>
            </a:r>
          </a:p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SE-Computer Science and Engineering">
            <a:extLst>
              <a:ext uri="{FF2B5EF4-FFF2-40B4-BE49-F238E27FC236}">
                <a16:creationId xmlns:a16="http://schemas.microsoft.com/office/drawing/2014/main" id="{0344E78E-39F4-4F86-F93E-1F8D35998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12147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F5B90-54C6-47A1-9E5B-9DCE3B48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EA5A-66DE-4CA9-B7EB-9B5301DB4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7" name="Picture 6" descr="SSE-Computer Science and Engineering">
            <a:extLst>
              <a:ext uri="{FF2B5EF4-FFF2-40B4-BE49-F238E27FC236}">
                <a16:creationId xmlns:a16="http://schemas.microsoft.com/office/drawing/2014/main" id="{466B44B9-0863-60DB-C7BC-27654DD56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12147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4F5323-621C-5D68-5777-3A715F7AF77D}"/>
              </a:ext>
            </a:extLst>
          </p:cNvPr>
          <p:cNvSpPr txBox="1"/>
          <p:nvPr/>
        </p:nvSpPr>
        <p:spPr>
          <a:xfrm>
            <a:off x="637981" y="998785"/>
            <a:ext cx="7924800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296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Signature Image Processing &amp; CNN-Based Detection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A2630-E98E-245B-A1C9-AA4F3C60FEB4}"/>
              </a:ext>
            </a:extLst>
          </p:cNvPr>
          <p:cNvSpPr txBox="1"/>
          <p:nvPr/>
        </p:nvSpPr>
        <p:spPr>
          <a:xfrm>
            <a:off x="838200" y="2819400"/>
            <a:ext cx="784860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signature image through web interface</a:t>
            </a:r>
          </a:p>
          <a:p>
            <a:pPr marL="0" marR="0" lvl="0" indent="-342900" algn="just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Grayscale → Resize → Normalize</a:t>
            </a:r>
          </a:p>
          <a:p>
            <a:pPr indent="-342900" algn="just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</a:t>
            </a: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→ Stroke Density → Aspect Ratio → Width &amp; Height →                                                  </a:t>
            </a:r>
          </a:p>
          <a:p>
            <a:pPr algn="just">
              <a:lnSpc>
                <a:spcPts val="1950"/>
              </a:lnSpc>
              <a:spcAft>
                <a:spcPts val="300"/>
              </a:spcAft>
            </a:pP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Connected Components → Sharpness &amp; Brightness</a:t>
            </a:r>
            <a:endParaRPr lang="en-IN" sz="1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342900" algn="just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Classification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Trained Deep CNN Model</a:t>
            </a:r>
          </a:p>
          <a:p>
            <a:pPr marL="0" marR="0" lvl="0" indent="-342900" algn="just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Genuine / Forged</a:t>
            </a:r>
          </a:p>
          <a:p>
            <a:pPr marL="0" marR="0" lvl="0" indent="-342900" algn="just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Genuine &amp; Forged Probability</a:t>
            </a:r>
          </a:p>
          <a:p>
            <a:pPr marL="0" marR="0" lvl="0" indent="-342900" algn="just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Confidence Score</a:t>
            </a:r>
          </a:p>
          <a:p>
            <a:pPr marL="0" marR="0" lvl="0" indent="-342900" algn="just">
              <a:lnSpc>
                <a:spcPts val="195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→ CNN Heatmap for Important Signature Regions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480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8AEF78-B85A-ABA2-0726-00F6524B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714E8D-FD37-0CB9-5282-02D6662E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542D6-9AA8-8737-A6F2-3ADF62AEE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50422"/>
            <a:ext cx="3505200" cy="243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D4AB3-EEFA-3316-D76D-5DED48C408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870638"/>
            <a:ext cx="4419600" cy="2133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D9C676-60E5-3C5C-9546-234476E53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76" y="3491085"/>
            <a:ext cx="8809653" cy="26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59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F36C13-56C4-CB4D-CEF6-FE00A237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C2128D-815D-B84B-A37E-E9402CFD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70F69FBC-90D9-898F-C32E-4D8FE7B39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12147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A84E66-5D45-7EAD-D58E-BC03F9268C26}"/>
              </a:ext>
            </a:extLst>
          </p:cNvPr>
          <p:cNvSpPr txBox="1"/>
          <p:nvPr/>
        </p:nvSpPr>
        <p:spPr>
          <a:xfrm>
            <a:off x="533400" y="1066800"/>
            <a:ext cx="7848600" cy="14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296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2:Forensic Analysis &amp; Verification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13289-9E36-13D6-1CC2-0E470E713966}"/>
              </a:ext>
            </a:extLst>
          </p:cNvPr>
          <p:cNvSpPr txBox="1"/>
          <p:nvPr/>
        </p:nvSpPr>
        <p:spPr>
          <a:xfrm>
            <a:off x="1129665" y="2547975"/>
            <a:ext cx="7010400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Original vs Processed Signature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Visual comparison</a:t>
            </a:r>
          </a:p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Forgery Scorecard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Detailed forgery analysis</a:t>
            </a:r>
          </a:p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Forensic Score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Overall authenticity score</a:t>
            </a:r>
          </a:p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Radar Chart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Signature characteristics visualization</a:t>
            </a:r>
          </a:p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Explanation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Reason for the prediction</a:t>
            </a:r>
          </a:p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Level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Low / Medium / High / Uncertain</a:t>
            </a:r>
          </a:p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Signature Comparison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Reference vs Questioned Signature</a:t>
            </a:r>
          </a:p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Similarity Percentage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Measures signature matching</a:t>
            </a:r>
          </a:p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History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Stores previous analyses</a:t>
            </a:r>
          </a:p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Report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Generates professional analysis report</a:t>
            </a:r>
          </a:p>
          <a:p>
            <a:pPr marL="0" marR="0" lvl="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Dark/Light Mode</a:t>
            </a: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User-friendly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3846428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A6ABC-A9FB-8ACC-3EA9-4583E200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8B64F6-CA81-EB51-C0D0-156B48FB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3CF48-4425-0A36-D6E2-14ED7758F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21" y="3733800"/>
            <a:ext cx="8605157" cy="2938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3DEE54-9409-3E51-FD14-88A4025C8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9"/>
          <a:stretch>
            <a:fillRect/>
          </a:stretch>
        </p:blipFill>
        <p:spPr>
          <a:xfrm>
            <a:off x="129075" y="304800"/>
            <a:ext cx="4522237" cy="3191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DBE795-8378-C9F9-417F-C3350BF3C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4"/>
          <a:stretch>
            <a:fillRect/>
          </a:stretch>
        </p:blipFill>
        <p:spPr>
          <a:xfrm>
            <a:off x="4823925" y="304800"/>
            <a:ext cx="4191000" cy="319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5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860" y="1176374"/>
            <a:ext cx="7499350" cy="652426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838200" y="1828800"/>
            <a:ext cx="784860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Signature forgery in documents is a major challenge that affects document security and authentication due to the limitations of traditional manual verification methods.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proposed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DCNN-based signature forgery detection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an automated approach by using image preprocessing and deep learning techniques to extract signature features and classify signatures as genuine or forged.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system improves the accuracy, speed, and reliability of signature verification while reducing human effort in document authentication.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project demonstrates the importance of deep learning in developing secure and efficient solutions for detecting signature fraud in digital documents.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860" y="1136316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407670" y="2057400"/>
            <a:ext cx="843153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LeCun, Y., Bengio, Y., &amp; Hinton, G. (2015).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Nature, 521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436–444.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Hafemann, L. G., Sabourin, R., &amp; Oliveira, L. S. (2017).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Features for Offline Handwritten Signature Verification Using Deep Convolutional Neural Networks.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Recognition, 70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163–176.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Dey, S., Dutta, A., Toledo, J. I., et al. (2017). 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Convolutional Siamese Network for Writer Independent Offline Signature Verification.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Document Analysis and Recognition (ICDAR).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He, K., Zhang, X., Ren, S., &amp; Sun, J. (2016).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on Computer Vision and Pattern Recognition (CVPR).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Goodfellow, I., Bengio, Y., &amp; Courville, A. (2016). 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Learning.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MIT Press.</a:t>
            </a:r>
          </a:p>
          <a:p>
            <a:pPr marL="365760" indent="-283464" algn="just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749E3-6F6D-B8D7-8A7B-F9A280C17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86359-D17C-5203-E943-98AC9436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7" name="Picture 6" descr="Thank You Digital Images – Browse 101,755 Stock Photos ...">
            <a:extLst>
              <a:ext uri="{FF2B5EF4-FFF2-40B4-BE49-F238E27FC236}">
                <a16:creationId xmlns:a16="http://schemas.microsoft.com/office/drawing/2014/main" id="{1FFB912C-3B7A-2C4B-0853-0D832B885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3400"/>
            <a:ext cx="79248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5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6055</TotalTime>
  <Words>1257</Words>
  <Application>Microsoft Office PowerPoint</Application>
  <PresentationFormat>On-screen Show (4:3)</PresentationFormat>
  <Paragraphs>158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宋体</vt:lpstr>
      <vt:lpstr>Arial</vt:lpstr>
      <vt:lpstr>AvantGarde</vt:lpstr>
      <vt:lpstr>Calibri</vt:lpstr>
      <vt:lpstr>Calibri Light</vt:lpstr>
      <vt:lpstr>Times New Roman</vt:lpstr>
      <vt:lpstr>Wingdings 2</vt:lpstr>
      <vt:lpstr>Office Theme</vt:lpstr>
      <vt:lpstr>PowerPoint Presentation</vt:lpstr>
      <vt:lpstr>Abstract </vt:lpstr>
      <vt:lpstr>Aim and Objective </vt:lpstr>
      <vt:lpstr>Introduction</vt:lpstr>
      <vt:lpstr>Literature Review &amp; Requirement Analysis</vt:lpstr>
      <vt:lpstr>Problem Statement</vt:lpstr>
      <vt:lpstr>Existing System </vt:lpstr>
      <vt:lpstr>Proposed  System </vt:lpstr>
      <vt:lpstr>Overall System Architecture Design </vt:lpstr>
      <vt:lpstr>Design &amp; Module Planning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  <vt:lpstr>PowerPoint Presentation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akshaya nallani</cp:lastModifiedBy>
  <cp:revision>427</cp:revision>
  <dcterms:created xsi:type="dcterms:W3CDTF">2000-07-06T15:05:59Z</dcterms:created>
  <dcterms:modified xsi:type="dcterms:W3CDTF">2026-08-20T05:41:57Z</dcterms:modified>
</cp:coreProperties>
</file>